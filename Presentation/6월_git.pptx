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3329000"/>
            <a:ext cx="12192000" cy="120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3379000"/>
            <a:ext cx="1029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&amp; GitHub 실전 가이드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009000"/>
            <a:ext cx="10292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Lato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버전 관리부터 협업까지 — 처음부터 제대로 배우기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62000" y="33790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목차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762000" y="160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62000" y="1600000"/>
            <a:ext cx="3456000" cy="12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22000" y="1660000"/>
            <a:ext cx="320000" cy="28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22000" y="166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22000" y="200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버전 관리 &amp; Git 기초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22000" y="236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Repository · Commit · Branch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68000" y="160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368000" y="1600000"/>
            <a:ext cx="3456000" cy="12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428000" y="1660000"/>
            <a:ext cx="320000" cy="28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428000" y="166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428000" y="200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핵심 명령어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428000" y="236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· commit · push · pull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974000" y="160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974000" y="1600000"/>
            <a:ext cx="3456000" cy="1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34000" y="1660000"/>
            <a:ext cx="32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034000" y="166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034000" y="200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브랜치 전략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034000" y="236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Flow · Feature Branch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62000" y="355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62000" y="3550000"/>
            <a:ext cx="3456000" cy="1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822000" y="3610000"/>
            <a:ext cx="32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22000" y="361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22000" y="395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GitHub 협업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22000" y="431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Pull Request · Code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368000" y="355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368000" y="3550000"/>
            <a:ext cx="3456000" cy="12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428000" y="3610000"/>
            <a:ext cx="320000" cy="28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428000" y="361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428000" y="395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GitHub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428000" y="431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CI/CD 자동화 파이프라인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7974000" y="3550000"/>
            <a:ext cx="3456000" cy="1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7974000" y="3550000"/>
            <a:ext cx="3456000" cy="12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8034000" y="3610000"/>
            <a:ext cx="320000" cy="28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8034000" y="3610000"/>
            <a:ext cx="3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034000" y="3950000"/>
            <a:ext cx="3336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실무 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8034000" y="4310000"/>
            <a:ext cx="3336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.gitignore · 보안 · 협업 규칙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01  왜 버전 관리가 필요한가?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762000" y="1350000"/>
            <a:ext cx="48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버전 관리 없이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62000" y="1800000"/>
            <a:ext cx="4800000" cy="55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762000" y="1800000"/>
            <a:ext cx="10000" cy="55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62000" y="1880000"/>
            <a:ext cx="4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report_final.docx</a:t>
            </a:r>
            <a:b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report_진짜최종.docx</a:t>
            </a:r>
            <a:b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report_최종_최종.docx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762000" y="2420000"/>
            <a:ext cx="4800000" cy="55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762000" y="2420000"/>
            <a:ext cx="10000" cy="55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62000" y="2500000"/>
            <a:ext cx="4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누가 언제 무엇을 바꿨는지 모름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762000" y="3040000"/>
            <a:ext cx="4800000" cy="55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62000" y="3040000"/>
            <a:ext cx="10000" cy="55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862000" y="3120000"/>
            <a:ext cx="4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실수로 덮어쓰면 복구 불가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700000" y="3229000"/>
            <a:ext cx="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4000"/>
              <a:buFont typeface="Poppins"/>
              <a:buNone/>
            </a:pPr>
            <a:r>
              <a:rPr b="1" i="0" lang="en-US" sz="4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500000" y="1350000"/>
            <a:ext cx="493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Git 도입 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500000" y="1800000"/>
            <a:ext cx="4930000" cy="55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500000" y="1800000"/>
            <a:ext cx="10000" cy="55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6600000" y="1930000"/>
            <a:ext cx="47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모든 변경 이력이 타임라인으로 기록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500000" y="2420000"/>
            <a:ext cx="4930000" cy="55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6500000" y="2420000"/>
            <a:ext cx="10000" cy="55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6600000" y="2550000"/>
            <a:ext cx="47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커밋 메시지로 누가 왜 바꿨는지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500000" y="3040000"/>
            <a:ext cx="4930000" cy="55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500000" y="3040000"/>
            <a:ext cx="10000" cy="55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600000" y="3170000"/>
            <a:ext cx="47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언제든지 과거 시점으로 복구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02  Git 핵심 개념 4가지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46000" y="1400000"/>
            <a:ext cx="2600000" cy="24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746000" y="1400000"/>
            <a:ext cx="2600000" cy="14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746000" y="148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26000" y="1950000"/>
            <a:ext cx="244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① Working Directory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26000" y="2350000"/>
            <a:ext cx="244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실제 파일이 있는 폴더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코드를 직접 수정하는 공간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3446000" y="1400000"/>
            <a:ext cx="2600000" cy="24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446000" y="1400000"/>
            <a:ext cx="2600000" cy="1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3446000" y="148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3526000" y="1950000"/>
            <a:ext cx="244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② Staging Area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3526000" y="2350000"/>
            <a:ext cx="244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커밋할 파일을 모아두는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임시 대기 공간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146000" y="1400000"/>
            <a:ext cx="2600000" cy="24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146000" y="1400000"/>
            <a:ext cx="2600000" cy="14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146000" y="148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226000" y="1950000"/>
            <a:ext cx="244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③ Local 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226000" y="2350000"/>
            <a:ext cx="244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내 컴퓨터의 저장소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커밋 히스토리 보관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8846000" y="1400000"/>
            <a:ext cx="2600000" cy="24000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846000" y="1400000"/>
            <a:ext cx="2600000" cy="14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8846000" y="148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8926000" y="1950000"/>
            <a:ext cx="244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④ Remote 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8926000" y="2350000"/>
            <a:ext cx="244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GitHub 원격 저장소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팀원과 공유하는 공간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3046000" y="4000000"/>
            <a:ext cx="3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2946000" y="42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add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5746000" y="4000000"/>
            <a:ext cx="3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5646000" y="42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commit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8446000" y="4000000"/>
            <a:ext cx="3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8346000" y="42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push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03  Git 기본 명령어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762000" y="1350000"/>
            <a:ext cx="5500000" cy="48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14400" y="1464300"/>
            <a:ext cx="5195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저장소 초기화 / 복제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init                 # 새 저장소 생성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clone &lt;url&gt;          # 원격 저장소 복제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변경사항 스테이징 &amp; 커밋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status               # 현재 상태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add .                # 전체 변경사항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add &lt;file&gt;           # 특정 파일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commit -m "메시지"   # 변경사항 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log --oneline        # 커밋 이력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6412000" y="1350000"/>
            <a:ext cx="5018000" cy="48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6564400" y="1464300"/>
            <a:ext cx="4713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원격 저장소 동기화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remote add origin &lt;url&gt;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push origin main     # 원격에 업로드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pull origin main     # 원격에서 다운로드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fetch                # 변경사항만 가져오기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되돌리기 &amp; 임시저장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restore &lt;file&gt;       # 변경사항 취소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revert &lt;commit&gt;      # 커밋 안전하게 취소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stash                # 변경사항 임시저장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stash pop            # 임시저장 복원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04  브랜치(Branch) — 독립적인 작업 공간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62000" y="2796000"/>
            <a:ext cx="5000000" cy="8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762000" y="2600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1120000" y="2720000"/>
            <a:ext cx="160000" cy="16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1920000" y="2720000"/>
            <a:ext cx="160000" cy="16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4420000" y="2720000"/>
            <a:ext cx="160000" cy="16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120000" y="2720000"/>
            <a:ext cx="160000" cy="16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2200000" y="2196000"/>
            <a:ext cx="200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2200000" y="198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2520000" y="2120000"/>
            <a:ext cx="160000" cy="1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220000" y="2120000"/>
            <a:ext cx="160000" cy="1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1996000" y="2200000"/>
            <a:ext cx="8000" cy="6000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4196000" y="2200000"/>
            <a:ext cx="8000" cy="6000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4420000" y="2720000"/>
            <a:ext cx="160000" cy="1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400000" y="1500000"/>
            <a:ext cx="5030000" cy="10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400000" y="1500000"/>
            <a:ext cx="503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500000" y="1580000"/>
            <a:ext cx="48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항상 배포 가능한 main 유지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6500000" y="1930000"/>
            <a:ext cx="483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 브랜치는 언제나 안정적인 상태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6400000" y="2600000"/>
            <a:ext cx="5030000" cy="10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400000" y="2600000"/>
            <a:ext cx="50300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6500000" y="2680000"/>
            <a:ext cx="48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독립적인 기능 개발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6500000" y="3030000"/>
            <a:ext cx="483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다른 기능 개발과 충돌 없이 작업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6400000" y="3700000"/>
            <a:ext cx="5030000" cy="10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400000" y="3700000"/>
            <a:ext cx="5030000" cy="1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500000" y="3780000"/>
            <a:ext cx="48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실패해도 main은 안전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500000" y="4130000"/>
            <a:ext cx="483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문제 브랜치만 삭제하면 원상복구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762000" y="3200000"/>
            <a:ext cx="23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checkout -b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3112000" y="3200000"/>
            <a:ext cx="2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새 브랜치 생성 &amp; 이동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762000" y="3480000"/>
            <a:ext cx="23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branch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3112000" y="3480000"/>
            <a:ext cx="2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브랜치 목록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762000" y="3760000"/>
            <a:ext cx="23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merge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3112000" y="3760000"/>
            <a:ext cx="2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브랜치 병합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762000" y="4040000"/>
            <a:ext cx="23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git branch -d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3112000" y="4040000"/>
            <a:ext cx="2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브랜치 삭제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05  Git Flow — 브랜치 전략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1200000" y="1695000"/>
            <a:ext cx="9300000" cy="1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762000" y="1570000"/>
            <a:ext cx="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2990000" y="1630000"/>
            <a:ext cx="140000" cy="14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4850000" y="1630000"/>
            <a:ext cx="140000" cy="14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710000" y="1630000"/>
            <a:ext cx="140000" cy="14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8570000" y="1630000"/>
            <a:ext cx="140000" cy="14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2200000" y="2495000"/>
            <a:ext cx="3000000" cy="1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762000" y="2370000"/>
            <a:ext cx="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hotfix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130000" y="2430000"/>
            <a:ext cx="140000" cy="14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130000" y="2430000"/>
            <a:ext cx="140000" cy="14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1600000" y="3295000"/>
            <a:ext cx="50000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762000" y="3170000"/>
            <a:ext cx="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release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196666" y="3230000"/>
            <a:ext cx="140000" cy="14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863332" y="3230000"/>
            <a:ext cx="140000" cy="14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200000" y="4095000"/>
            <a:ext cx="93000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762000" y="3970000"/>
            <a:ext cx="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2990000" y="4030000"/>
            <a:ext cx="140000" cy="1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4850000" y="4030000"/>
            <a:ext cx="140000" cy="1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710000" y="4030000"/>
            <a:ext cx="140000" cy="1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8570000" y="4030000"/>
            <a:ext cx="140000" cy="1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2000000" y="4895000"/>
            <a:ext cx="400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762000" y="4770000"/>
            <a:ext cx="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3263333" y="4830000"/>
            <a:ext cx="140000" cy="14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596666" y="4830000"/>
            <a:ext cx="140000" cy="14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166000" y="1700000"/>
            <a:ext cx="8000" cy="8000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6146000" y="1700000"/>
            <a:ext cx="8000" cy="16000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5946000" y="3300000"/>
            <a:ext cx="8000" cy="80000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762000" y="5400000"/>
            <a:ext cx="2053600" cy="10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762000" y="5400000"/>
            <a:ext cx="2053600" cy="1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812000" y="5480000"/>
            <a:ext cx="1953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812000" y="5800000"/>
            <a:ext cx="1953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운영 배포</a:t>
            </a:r>
            <a:b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태그 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2915600" y="5400000"/>
            <a:ext cx="2053600" cy="10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2915600" y="5400000"/>
            <a:ext cx="2053600" cy="1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2965600" y="5480000"/>
            <a:ext cx="1953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hotfix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2965600" y="5800000"/>
            <a:ext cx="1953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긴급 버그수정</a:t>
            </a:r>
            <a:b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main에서 분기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5069200" y="5400000"/>
            <a:ext cx="2053600" cy="10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069200" y="5400000"/>
            <a:ext cx="20536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5119200" y="5480000"/>
            <a:ext cx="1953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release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5119200" y="5800000"/>
            <a:ext cx="1953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배포 준비</a:t>
            </a:r>
            <a:b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버전 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7222800" y="5400000"/>
            <a:ext cx="2053600" cy="10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7222800" y="5400000"/>
            <a:ext cx="20536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7272800" y="5480000"/>
            <a:ext cx="1953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7272800" y="5800000"/>
            <a:ext cx="1953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개발 통합</a:t>
            </a:r>
            <a:b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기능 취합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9376400" y="5400000"/>
            <a:ext cx="2053600" cy="10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9376400" y="5400000"/>
            <a:ext cx="20536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9426400" y="5480000"/>
            <a:ext cx="1953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9426400" y="5800000"/>
            <a:ext cx="1953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기능 개발</a:t>
            </a:r>
            <a:b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독립 작업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06  GitHub — Pull Request 워크플로우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762000" y="1500000"/>
            <a:ext cx="280000" cy="2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762000" y="1500000"/>
            <a:ext cx="28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120000" y="150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feature 브랜치 생성 후 작업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1120000" y="17600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git checkout -b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898000" y="1780000"/>
            <a:ext cx="8000" cy="300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762000" y="2420000"/>
            <a:ext cx="280000" cy="2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762000" y="2420000"/>
            <a:ext cx="28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1120000" y="24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GitHub에 push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1120000" y="26800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git push origin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98000" y="2700000"/>
            <a:ext cx="8000" cy="300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762000" y="3340000"/>
            <a:ext cx="280000" cy="2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762000" y="3340000"/>
            <a:ext cx="28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1120000" y="334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Pull Request 생성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1120000" y="36000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base: main ← compare: feature/login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98000" y="3620000"/>
            <a:ext cx="8000" cy="300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762000" y="4260000"/>
            <a:ext cx="280000" cy="2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762000" y="4260000"/>
            <a:ext cx="28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1120000" y="426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팀원 코드 리뷰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1120000" y="45200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댓글 · 수정 요청 · Approve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898000" y="4540000"/>
            <a:ext cx="8000" cy="300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762000" y="5180000"/>
            <a:ext cx="280000" cy="2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762000" y="5180000"/>
            <a:ext cx="28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1120000" y="518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Approve 완료 →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1120000" y="54400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feature 브랜치 자동 삭제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500000" y="1350000"/>
            <a:ext cx="5030000" cy="38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6500000" y="1350000"/>
            <a:ext cx="503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6591440" y="1441440"/>
            <a:ext cx="484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 잘 쓰는 방법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600000" y="1975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6730000" y="1880000"/>
            <a:ext cx="471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제목: [feat] 기능명 형식으로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600000" y="2285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6730000" y="2190000"/>
            <a:ext cx="471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변경 이유와 배경 설명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600000" y="2595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730000" y="2500000"/>
            <a:ext cx="471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스크린샷 또는 테스트 결과 첨부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600000" y="2905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6730000" y="2810000"/>
            <a:ext cx="471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리뷰어 지정 및 레이블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600000" y="3215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6730000" y="3120000"/>
            <a:ext cx="471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300줄 이하로 PR 크기 유지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07  Pull Request — GitHub 실제 화면 예시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762000" y="1550000"/>
            <a:ext cx="10668000" cy="51000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762000" y="1550000"/>
            <a:ext cx="10668000" cy="38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912000" y="165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company / card-api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712000" y="165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  &gt;  Pull 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862000" y="2030000"/>
            <a:ext cx="10468000" cy="60000"/>
          </a:xfrm>
          <a:prstGeom prst="rect">
            <a:avLst/>
          </a:prstGeom>
          <a:solidFill>
            <a:srgbClr val="3036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912000" y="2150000"/>
            <a:ext cx="400000" cy="2400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912000" y="2150000"/>
            <a:ext cx="4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1382000" y="2130000"/>
            <a:ext cx="991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#142  카드 승인 API 응답시간 개선 (p99: 340ms → 180ms)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1382000" y="2450000"/>
            <a:ext cx="9918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kim_dev wants to merge 3 commits into main from feature/auth-optimize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762000" y="2780000"/>
            <a:ext cx="10668000" cy="30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962000" y="285000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Conversation 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2462000" y="285000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Commits 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3962000" y="285000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Files changed 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912000" y="3200000"/>
            <a:ext cx="7054240" cy="30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1012000" y="326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✅  kim_dev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2412000" y="326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approved these 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912000" y="3550000"/>
            <a:ext cx="7054240" cy="30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1012000" y="361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✅  park_lead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2412000" y="361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approved these 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912000" y="3900000"/>
            <a:ext cx="7054240" cy="30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012000" y="396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⏳  lee_qa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412000" y="396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requested 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912000" y="4450000"/>
            <a:ext cx="2000000" cy="3500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912000" y="445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 pull 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8116240" y="3200000"/>
            <a:ext cx="321376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Reviewers: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8116240" y="3480000"/>
            <a:ext cx="321376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Labels: enhancement, 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8116240" y="3750000"/>
            <a:ext cx="321376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Assignees: kim_dev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08  코드 리뷰 &amp; Merge 전략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762000" y="1350000"/>
            <a:ext cx="5200000" cy="40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762000" y="1350000"/>
            <a:ext cx="5200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853440" y="1441440"/>
            <a:ext cx="50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좋은 코드 리뷰 원칙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862000" y="197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992000" y="188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 크기는 300줄 이하로 유지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862000" y="228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992000" y="219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24시간 내 리뷰 응답 원칙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862000" y="259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992000" y="250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리뷰 코멘트는 질문·제안 형식으로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862000" y="290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992000" y="281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Approve 최소 1명 이상 필수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862000" y="321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992000" y="312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자동화 테스트 통과 후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6200000" y="1350000"/>
            <a:ext cx="5230000" cy="12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6200000" y="1350000"/>
            <a:ext cx="52300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6350000" y="14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Merge Commit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350000" y="178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모든 커밋 이력 보존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일반적인 기본값, 이력 추적 용이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6200000" y="2700000"/>
            <a:ext cx="5230000" cy="12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200000" y="2700000"/>
            <a:ext cx="523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6350000" y="27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Squash &amp;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6350000" y="313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PR의 모든 커밋을 1개로 압축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깔끔한 main 히스토리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200000" y="4050000"/>
            <a:ext cx="5230000" cy="12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6200000" y="4050000"/>
            <a:ext cx="52300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6350000" y="41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Rebase &amp;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6350000" y="448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선형 히스토리 유지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숙련자용 — 이력이 직선으로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3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09  GitHub Actions — CI/CD 자동화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762000" y="1350000"/>
            <a:ext cx="5500000" cy="48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914400" y="1464300"/>
            <a:ext cx="5195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name: CI Pipeline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push: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branches: [main, develop]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pull_request: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branches: [main]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jobs: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build-and-test: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runs-on: ubuntu-latest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steps: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uses: actions/checkout@v4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name: Set up JDK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    uses: actions/setup-java@v4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    with: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  java-version: '17'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name: 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run: ./gradlew 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name: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run: ./gradlew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6412000" y="1350000"/>
            <a:ext cx="2400000" cy="19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6412000" y="1350000"/>
            <a:ext cx="24000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6512000" y="145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🔔 자동 트리거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6512000" y="185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Push/PR 이벤트 발생 시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파이프라인 자동 실행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8912000" y="1350000"/>
            <a:ext cx="2400000" cy="19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8912000" y="1350000"/>
            <a:ext cx="2400000" cy="1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9012000" y="145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🧪 빌드 &amp; 테스트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9012000" y="185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실패 시 PR 병합 자동 차단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품질 게이트 역할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412000" y="3350000"/>
            <a:ext cx="2400000" cy="19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6412000" y="3350000"/>
            <a:ext cx="24000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6512000" y="345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📊 결과 리포트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6512000" y="385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테스트 결과 PR에 자동 코멘트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커버리지 리포트 생성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8912000" y="3350000"/>
            <a:ext cx="2400000" cy="19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8912000" y="3350000"/>
            <a:ext cx="240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9012000" y="345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🚀 자동 배포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9012000" y="385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 병합 시 운영 배포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Slack 알림 발송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10  GitHub Actions — 실제 실행 화면 예시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762000" y="1550000"/>
            <a:ext cx="10668000" cy="51000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762000" y="1550000"/>
            <a:ext cx="10668000" cy="36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912000" y="163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company / card-api  / 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862000" y="1990000"/>
            <a:ext cx="40672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Workflow Runs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812000" y="2330000"/>
            <a:ext cx="4167200" cy="36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862000" y="2410000"/>
            <a:ext cx="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1082000" y="2380000"/>
            <a:ext cx="38172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CI Pipeline  #47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1082000" y="2580000"/>
            <a:ext cx="381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main  ·  2분 전  ·  2m 1s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812000" y="2750000"/>
            <a:ext cx="4167200" cy="36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862000" y="2830000"/>
            <a:ext cx="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 txBox="1"/>
          <p:nvPr/>
        </p:nvSpPr>
        <p:spPr>
          <a:xfrm>
            <a:off x="1082000" y="2800000"/>
            <a:ext cx="38172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CI Pipeline  #46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 txBox="1"/>
          <p:nvPr/>
        </p:nvSpPr>
        <p:spPr>
          <a:xfrm>
            <a:off x="1082000" y="3000000"/>
            <a:ext cx="381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main  ·  1시간 전  ·  1m 58s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812000" y="3170000"/>
            <a:ext cx="4167200" cy="36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 txBox="1"/>
          <p:nvPr/>
        </p:nvSpPr>
        <p:spPr>
          <a:xfrm>
            <a:off x="862000" y="3250000"/>
            <a:ext cx="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85149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1082000" y="3220000"/>
            <a:ext cx="38172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CI Pipeline  #45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1082000" y="3420000"/>
            <a:ext cx="381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F85149"/>
                </a:solidFill>
                <a:latin typeface="Lato"/>
                <a:ea typeface="Lato"/>
                <a:cs typeface="Lato"/>
                <a:sym typeface="Lato"/>
              </a:rPr>
              <a:t>feature/auth  ·  3시간 전  ·  47s  Failed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12000" y="3590000"/>
            <a:ext cx="4167200" cy="36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 txBox="1"/>
          <p:nvPr/>
        </p:nvSpPr>
        <p:spPr>
          <a:xfrm>
            <a:off x="862000" y="3670000"/>
            <a:ext cx="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1082000" y="3640000"/>
            <a:ext cx="38172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Poppins"/>
                <a:ea typeface="Poppins"/>
                <a:cs typeface="Poppins"/>
                <a:sym typeface="Poppins"/>
              </a:rPr>
              <a:t>CI Pipeline  #44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 txBox="1"/>
          <p:nvPr/>
        </p:nvSpPr>
        <p:spPr>
          <a:xfrm>
            <a:off x="1082000" y="3840000"/>
            <a:ext cx="381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develop  ·  어제  ·  2m 12s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129200" y="1930000"/>
            <a:ext cx="6250800" cy="47000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5229200" y="2010000"/>
            <a:ext cx="60508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✅ build-and-test  2m 1s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5279200" y="23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Set up job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10930000" y="23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0s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 txBox="1"/>
          <p:nvPr/>
        </p:nvSpPr>
        <p:spPr>
          <a:xfrm>
            <a:off x="5279200" y="26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actions/checkout@v4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10930000" y="26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1s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 txBox="1"/>
          <p:nvPr/>
        </p:nvSpPr>
        <p:spPr>
          <a:xfrm>
            <a:off x="5279200" y="29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Set up JDK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10930000" y="29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5279200" y="32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10930000" y="32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1m 23s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 txBox="1"/>
          <p:nvPr/>
        </p:nvSpPr>
        <p:spPr>
          <a:xfrm>
            <a:off x="5279200" y="35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Test  (142 passed)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10930000" y="35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28s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5279200" y="3860000"/>
            <a:ext cx="57508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Lato"/>
                <a:ea typeface="Lato"/>
                <a:cs typeface="Lato"/>
                <a:sym typeface="Lato"/>
              </a:rPr>
              <a:t>✅  Post cleanup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10930000" y="3860000"/>
            <a:ext cx="3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0s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11  .gitignore &amp; 보안 주의사항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762000" y="1350000"/>
            <a:ext cx="5200000" cy="48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 txBox="1"/>
          <p:nvPr/>
        </p:nvSpPr>
        <p:spPr>
          <a:xfrm>
            <a:off x="914400" y="1464300"/>
            <a:ext cx="4895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빌드 산출물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/build/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/out/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*.class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*.jar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IDE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.idea/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*.iml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.vscode/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환경 설정 (절대 커밋 금지!)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application-prod.yml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*-secret.yml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*.pem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*.key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OS 파일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.DS_Store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Thumbs.db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6200000" y="1350000"/>
            <a:ext cx="5230000" cy="15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6200000" y="1350000"/>
            <a:ext cx="5230000" cy="1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 txBox="1"/>
          <p:nvPr/>
        </p:nvSpPr>
        <p:spPr>
          <a:xfrm>
            <a:off x="6350000" y="14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❌ 절대 커밋 금지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6380000" y="184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6500000" y="177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API 키 / DB 비밀번호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6380000" y="212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6500000" y="205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AWS 자격증명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6380000" y="240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 txBox="1"/>
          <p:nvPr/>
        </p:nvSpPr>
        <p:spPr>
          <a:xfrm>
            <a:off x="6500000" y="233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SSL 인증서 / 개인키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6200000" y="3000000"/>
            <a:ext cx="5230000" cy="15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6200000" y="3000000"/>
            <a:ext cx="52300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6350000" y="30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🚨 실수로 커밋했다면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6380000" y="349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6500000" y="342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즉시 자격증명 폐기 &amp; 재발급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380000" y="377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 txBox="1"/>
          <p:nvPr/>
        </p:nvSpPr>
        <p:spPr>
          <a:xfrm>
            <a:off x="6500000" y="370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filter-branch 또는 BFG 사용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6380000" y="405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500000" y="398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force push 후 팀원에게 공지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6200000" y="4650000"/>
            <a:ext cx="5230000" cy="15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6200000" y="4650000"/>
            <a:ext cx="523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6350000" y="47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✅ 올바른 방법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6380000" y="514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6500000" y="507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.env.example로 형식만 공유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6380000" y="542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6500000" y="535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실제 값은 별도 채널로 전달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6380000" y="570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6500000" y="5630000"/>
            <a:ext cx="48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환경변수 관리 도구 사용 (Vault 등)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4" name="Google Shape;5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12  실무 팁 &amp; 팀 협업 규칙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762000" y="1350000"/>
            <a:ext cx="5200000" cy="4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762000" y="1350000"/>
            <a:ext cx="5200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 txBox="1"/>
          <p:nvPr/>
        </p:nvSpPr>
        <p:spPr>
          <a:xfrm>
            <a:off x="853440" y="1441440"/>
            <a:ext cx="50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커밋 메시지 컨벤션 (Conventional Commits)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862000" y="197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992000" y="188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feat: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새 기능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862000" y="228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992000" y="219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fix: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버그 수정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862000" y="259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6"/>
          <p:cNvSpPr txBox="1"/>
          <p:nvPr/>
        </p:nvSpPr>
        <p:spPr>
          <a:xfrm>
            <a:off x="992000" y="250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docs: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문서 수정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862000" y="290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 txBox="1"/>
          <p:nvPr/>
        </p:nvSpPr>
        <p:spPr>
          <a:xfrm>
            <a:off x="992000" y="281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refactor: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코드 개선 (기능 변경 없음)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862000" y="321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992000" y="312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test: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테스트 코드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862000" y="3525000"/>
            <a:ext cx="70000" cy="70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 txBox="1"/>
          <p:nvPr/>
        </p:nvSpPr>
        <p:spPr>
          <a:xfrm>
            <a:off x="992000" y="3430000"/>
            <a:ext cx="488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chore: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빌드·설정 변경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6200000" y="1350000"/>
            <a:ext cx="5230000" cy="13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6200000" y="1350000"/>
            <a:ext cx="5230000" cy="1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 txBox="1"/>
          <p:nvPr/>
        </p:nvSpPr>
        <p:spPr>
          <a:xfrm>
            <a:off x="6350000" y="14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main 직접 push 금지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 txBox="1"/>
          <p:nvPr/>
        </p:nvSpPr>
        <p:spPr>
          <a:xfrm>
            <a:off x="6350000" y="178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Branch protection rule 설정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 → Review → Merge 프로세스 준수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6200000" y="2800000"/>
            <a:ext cx="5230000" cy="13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6200000" y="2800000"/>
            <a:ext cx="5230000" cy="1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 txBox="1"/>
          <p:nvPr/>
        </p:nvSpPr>
        <p:spPr>
          <a:xfrm>
            <a:off x="6350000" y="28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매일 pull 습관화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 txBox="1"/>
          <p:nvPr/>
        </p:nvSpPr>
        <p:spPr>
          <a:xfrm>
            <a:off x="6350000" y="323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작업 시작 전 반드시 git pull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충돌(Conflict) 최소화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6200000" y="4250000"/>
            <a:ext cx="5230000" cy="13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6200000" y="4250000"/>
            <a:ext cx="5230000" cy="1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 txBox="1"/>
          <p:nvPr/>
        </p:nvSpPr>
        <p:spPr>
          <a:xfrm>
            <a:off x="6350000" y="433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브랜치 수명 단기 유지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6350000" y="468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1~2일 내 완료 &amp; 병합</a:t>
            </a:r>
            <a:b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오래된 브랜치는 충돌의 씨앗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8" name="Google Shape;5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7"/>
          <p:cNvSpPr/>
          <p:nvPr/>
        </p:nvSpPr>
        <p:spPr>
          <a:xfrm>
            <a:off x="0" y="3279000"/>
            <a:ext cx="12192000" cy="140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 txBox="1"/>
          <p:nvPr/>
        </p:nvSpPr>
        <p:spPr>
          <a:xfrm>
            <a:off x="952500" y="3329000"/>
            <a:ext cx="1029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oppi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&amp; GitHub 실전 가이드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 txBox="1"/>
          <p:nvPr/>
        </p:nvSpPr>
        <p:spPr>
          <a:xfrm>
            <a:off x="952500" y="3959000"/>
            <a:ext cx="10292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git add  →  git commit  →  git push  →  Pull Request  →  Review  → 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 txBox="1"/>
          <p:nvPr/>
        </p:nvSpPr>
        <p:spPr>
          <a:xfrm>
            <a:off x="952500" y="4329000"/>
            <a:ext cx="10292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감사합니다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762000" y="33290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