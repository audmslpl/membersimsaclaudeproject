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D9622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D9622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5" name="Image 0" descr="/home/claude/build/icons/kitch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05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냉장고 요리 추천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 재료만 넣으면, 오늘 저녁 메뉴가 정해집니다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703320"/>
            <a:ext cx="1403604" cy="402336"/>
          </a:xfrm>
          <a:prstGeom prst="roundRect">
            <a:avLst>
              <a:gd name="adj" fmla="val 18182"/>
            </a:avLst>
          </a:prstGeom>
          <a:solidFill>
            <a:srgbClr val="4A423C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703320"/>
            <a:ext cx="1403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 (PWA)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427732" y="3703320"/>
            <a:ext cx="1650492" cy="402336"/>
          </a:xfrm>
          <a:prstGeom prst="roundRect">
            <a:avLst>
              <a:gd name="adj" fmla="val 18182"/>
            </a:avLst>
          </a:prstGeom>
          <a:solidFill>
            <a:srgbClr val="4A423C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27732" y="3703320"/>
            <a:ext cx="16504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79392" y="3703320"/>
            <a:ext cx="1156716" cy="402336"/>
          </a:xfrm>
          <a:prstGeom prst="roundRect">
            <a:avLst>
              <a:gd name="adj" fmla="val 18182"/>
            </a:avLst>
          </a:prstGeom>
          <a:solidFill>
            <a:srgbClr val="4A423C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79392" y="3703320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레시피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37276" y="3703320"/>
            <a:ext cx="2391156" cy="402336"/>
          </a:xfrm>
          <a:prstGeom prst="roundRect">
            <a:avLst>
              <a:gd name="adj" fmla="val 18182"/>
            </a:avLst>
          </a:prstGeom>
          <a:solidFill>
            <a:srgbClr val="4A423C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37276" y="3703320"/>
            <a:ext cx="23911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프로젝트 소개  ·  업데이트 버전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왜 만들었나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냉장고 문을 열었을 때 누구나 겪는 고민에서 출발했습니다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685800" cy="685800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6" name="Image 0" descr="/home/claude/build/icons/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517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83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재료는 있는데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냉장고엔 이것저것 있지만 뭘 만들 수 있는지 감이 안 옴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06240" y="210312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468880"/>
            <a:ext cx="685800" cy="685800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1" name="Image 1" descr="/home/claude/build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6517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383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매번 검색하기 번거로움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6280" y="39776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레시피 사이트를 뒤지며 있는 재료와 하나씩 대조해야 함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0" y="210312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92440" y="2468880"/>
            <a:ext cx="685800" cy="685800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6" name="Image 2" descr="/home/claude/build/icons/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6517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3383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결국 시켜먹거나 버림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092440" y="39776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고민하다 배달을 시키고, 재료는 유통기한을 넘겨 버려짐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D9622B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그래서, 재료 3~6개만 입력하면 바로 만들 수 있는 요리를 찾아주는 앱을 만들었습니다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핵심 기능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재료를 입력하고, 카테고리로 좁히고, 결과를 확인하는 세 단계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170432"/>
          </a:xfrm>
          <a:prstGeom prst="roundRect">
            <a:avLst>
              <a:gd name="adj" fmla="val 9375"/>
            </a:avLst>
          </a:prstGeom>
          <a:solidFill>
            <a:srgbClr val="F4F1E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21992"/>
            <a:ext cx="658368" cy="658368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6" name="Image 0" descr="/home/claude/build/icons/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8658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재료 입력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5328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3~6개까지 태그로 입력, 자동완성 지원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300984"/>
            <a:ext cx="5257800" cy="1170432"/>
          </a:xfrm>
          <a:prstGeom prst="roundRect">
            <a:avLst>
              <a:gd name="adj" fmla="val 9375"/>
            </a:avLst>
          </a:prstGeom>
          <a:solidFill>
            <a:srgbClr val="F4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557016"/>
            <a:ext cx="658368" cy="658368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1" name="Image 1" descr="/home/claude/build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7216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655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카테고리 필터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91640" y="38679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찌개·반찬·밥 등 원하는 종류만 선택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636008"/>
            <a:ext cx="5257800" cy="1170432"/>
          </a:xfrm>
          <a:prstGeom prst="roundRect">
            <a:avLst>
              <a:gd name="adj" fmla="val 9375"/>
            </a:avLst>
          </a:prstGeom>
          <a:solidFill>
            <a:srgbClr val="F4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892040"/>
            <a:ext cx="658368" cy="658368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6" name="Image 2" descr="/home/claude/build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0566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8006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매칭 결과 확인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520293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보유/부족 재료 구분, '바로 완성' 우선 표시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432626" y="1636776"/>
            <a:ext cx="3381422" cy="4590288"/>
          </a:xfrm>
          <a:prstGeom prst="roundRect">
            <a:avLst>
              <a:gd name="adj" fmla="val 4868"/>
            </a:avLst>
          </a:prstGeom>
          <a:solidFill>
            <a:srgbClr val="2B262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3" descr="/home/claude/build/screens/r_real_ap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930" y="1783080"/>
            <a:ext cx="3088814" cy="42976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30290" y="6281928"/>
            <a:ext cx="41860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앱 화면 — 재료 입력 · 카테고리 · 나만의 레시피 · 검색 결과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48840" cy="365760"/>
          </a:xfrm>
          <a:prstGeom prst="roundRect">
            <a:avLst>
              <a:gd name="adj" fmla="val 17500"/>
            </a:avLst>
          </a:prstGeom>
          <a:solidFill>
            <a:srgbClr val="D962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레시피 상세보기 &amp; 조리법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카드를 탭하면 재료와 만드는 법을 바로 확인할 수 있습니다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86584"/>
            <a:ext cx="566928" cy="566928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7" name="Image 0" descr="/home/claude/build/icons/utensi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5328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조리 단계 추가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17320" y="27157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65개 레시피 전체에 단계별 조리법(steps)을 새로 기록해, 결과만 보고 끝나지 않고 바로 요리를 시작할 수 있습니다.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40080" y="3730752"/>
            <a:ext cx="566928" cy="566928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1" name="Image 1" descr="/home/claude/build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8770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재료 구분 유지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405993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화면에서도 보유 재료와 부족한 재료를 색으로 이어서 보여줘 장보기 전 마지막으로 한 번 더 확인할 수 있습니다.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640080" y="5074920"/>
            <a:ext cx="566928" cy="566928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5" name="Image 2" descr="/home/claude/build/icons/boo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52212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카드 클릭 · 키보드 접근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417320" y="540410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마우스 클릭은 물론 Enter/Space 키로도 상세 모달을 열 수 있도록 접근성을 개선했습니다.</a:t>
            </a:r>
            <a:endParaRPr lang="en-US" sz="1180" dirty="0"/>
          </a:p>
        </p:txBody>
      </p:sp>
      <p:sp>
        <p:nvSpPr>
          <p:cNvPr id="18" name="Shape 13"/>
          <p:cNvSpPr/>
          <p:nvPr/>
        </p:nvSpPr>
        <p:spPr>
          <a:xfrm>
            <a:off x="6222492" y="1618488"/>
            <a:ext cx="5609844" cy="4352544"/>
          </a:xfrm>
          <a:prstGeom prst="roundRect">
            <a:avLst>
              <a:gd name="adj" fmla="val 3782"/>
            </a:avLst>
          </a:prstGeom>
          <a:solidFill>
            <a:srgbClr val="2B262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3" descr="/home/claude/build/screens/r_04_mod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084" y="1783080"/>
            <a:ext cx="5280660" cy="40233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21324" y="6007608"/>
            <a:ext cx="6012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레시피 상세 모달 — 재료 · 조리법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48840" cy="365760"/>
          </a:xfrm>
          <a:prstGeom prst="roundRect">
            <a:avLst>
              <a:gd name="adj" fmla="val 17500"/>
            </a:avLst>
          </a:prstGeom>
          <a:solidFill>
            <a:srgbClr val="D962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나만의 레시피 등록 &amp; 관리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만든 레시피를 앱에 저장하고, 언제든 수정·삭제할 수 있습니다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50008"/>
            <a:ext cx="512064" cy="512064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7" name="Image 0" descr="/home/claude/build/icons/pl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487168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331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직접 추가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25880" y="2697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요리 이름(최대 10자)·재료·조리 단계를 입력해 나만의 레시피로 등록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374136"/>
            <a:ext cx="512064" cy="512064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1" name="Image 1" descr="/home/claude/build/icons/edi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351129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3558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수정 가능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25880" y="37216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등록한 레시피를 상세 모달에서 바로 열어 내용을 고쳐 저장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398264"/>
            <a:ext cx="512064" cy="512064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5" name="Image 2" descr="/home/claude/build/icons/tra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4535424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3799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삭제 가능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325880" y="474573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없어진 레시피는 카드에서 즉시 삭제 가능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5422392"/>
            <a:ext cx="512064" cy="512064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9" name="Image 3" descr="/home/claude/build/icons/sa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5559552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54041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기기에 저장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325880" y="57698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localStorage에 저장되어 앱을 껐다 켜도 그대로 유지되고, '나만의 레시피' 카테고리로 검색 결과에도 함께 노출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291114" y="1618488"/>
            <a:ext cx="3541222" cy="4535424"/>
          </a:xfrm>
          <a:prstGeom prst="roundRect">
            <a:avLst>
              <a:gd name="adj" fmla="val 4648"/>
            </a:avLst>
          </a:prstGeom>
          <a:solidFill>
            <a:srgbClr val="2B262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4" descr="/home/claude/build/screens/r_05_ad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706" y="1783080"/>
            <a:ext cx="3212038" cy="42062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89946" y="6190488"/>
            <a:ext cx="39435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레시피 추가 화면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어떻게 요리를 찾아줄까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입력한 재료를 레시피 데이터와 비교해 순위를 매기는 4단계 로직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4F1EC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2468880"/>
            <a:ext cx="768096" cy="768096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6" name="Image 0" descr="/home/claude/build/icons/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6791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재료 비교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931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입력한 재료 목록과 레시피별 재료를 대조 (등록 레시피 + 나만의 레시피)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3108960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64992" y="214884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4F1EC"/>
          </a:solidFill>
          <a:ln/>
        </p:spPr>
      </p:sp>
      <p:sp>
        <p:nvSpPr>
          <p:cNvPr id="12" name="Shape 9"/>
          <p:cNvSpPr/>
          <p:nvPr/>
        </p:nvSpPr>
        <p:spPr>
          <a:xfrm>
            <a:off x="4215384" y="2468880"/>
            <a:ext cx="768096" cy="768096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3" name="Image 1" descr="/home/claude/build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67919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0952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47872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2개 이상 일치 필터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47872" y="3931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일치하는 재료가 2개 미만인 레시피는 제외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5833872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089904" y="214884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4F1EC"/>
          </a:solidFill>
          <a:ln/>
        </p:spPr>
      </p:sp>
      <p:sp>
        <p:nvSpPr>
          <p:cNvPr id="19" name="Shape 15"/>
          <p:cNvSpPr/>
          <p:nvPr/>
        </p:nvSpPr>
        <p:spPr>
          <a:xfrm>
            <a:off x="6940296" y="2468880"/>
            <a:ext cx="768096" cy="768096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20" name="Image 2" descr="/home/claude/build/icons/lis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267919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55864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72784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우선순위 정렬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272784" y="3931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 가능 여부 → 일치율 → 일치 개수 순</a:t>
            </a:r>
            <a:endParaRPr lang="en-US" sz="1080" dirty="0"/>
          </a:p>
        </p:txBody>
      </p:sp>
      <p:sp>
        <p:nvSpPr>
          <p:cNvPr id="24" name="Text 19"/>
          <p:cNvSpPr/>
          <p:nvPr/>
        </p:nvSpPr>
        <p:spPr>
          <a:xfrm>
            <a:off x="8558784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8814816" y="214884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4F1EC"/>
          </a:solidFill>
          <a:ln/>
        </p:spPr>
      </p:sp>
      <p:sp>
        <p:nvSpPr>
          <p:cNvPr id="26" name="Shape 21"/>
          <p:cNvSpPr/>
          <p:nvPr/>
        </p:nvSpPr>
        <p:spPr>
          <a:xfrm>
            <a:off x="9665208" y="2468880"/>
            <a:ext cx="768096" cy="768096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27" name="Image 3" descr="/home/claude/build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267919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780776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997696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상위 20개 표시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8997696" y="3931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부족한 재료를 함께 안내해 장보기 힌트 제공</a:t>
            </a:r>
            <a:endParaRPr lang="en-US" sz="1080" dirty="0"/>
          </a:p>
        </p:txBody>
      </p:sp>
      <p:sp>
        <p:nvSpPr>
          <p:cNvPr id="31" name="Shape 2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B2622"/>
          </a:solidFill>
          <a:ln/>
        </p:spPr>
      </p:sp>
      <p:sp>
        <p:nvSpPr>
          <p:cNvPr id="32" name="Text 26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99C"/>
                </a:solidFill>
              </a:rPr>
              <a:t>예시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김치, 두부, 대파 입력  →  </a:t>
            </a:r>
            <a:pPr indent="0" marL="0">
              <a:buNone/>
            </a:pPr>
            <a:r>
              <a:rPr lang="en-US" sz="1300" dirty="0">
                <a:solidFill>
                  <a:srgbClr val="E8C9AE"/>
                </a:solidFill>
              </a:rPr>
              <a:t>김치찌개(부족 재료: 돼지고기, 마늘, 고춧가루) 등 상위 후보 제시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기술 스택 &amp; 데이터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가볍게 만들고, 웹과 안드로이드 양쪽에서 그대로 쓸 수 있게 구성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F4F1E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76272"/>
            <a:ext cx="566928" cy="566928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6" name="Image 0" descr="/home/claude/build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225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83464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218688"/>
            <a:ext cx="2002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· HTML · CSS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PWA(Service Worker)로 오프라인 지원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401568" y="192024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F4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2176272"/>
            <a:ext cx="566928" cy="566928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1" name="Image 1" descr="/home/claude/build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23225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83464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218688"/>
            <a:ext cx="2002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 설치 시 1회만 로컬 서버 구동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163056" y="192024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F4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6419088" y="2176272"/>
            <a:ext cx="566928" cy="566928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6" name="Image 2" descr="/home/claude/build/icons/andro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3225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283464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Mobile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19088" y="3218688"/>
            <a:ext cx="2002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Capacitor로 웹앱을 감싸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APK 빌드 및 배포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8924544" y="192024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F4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9180576" y="2176272"/>
            <a:ext cx="566928" cy="566928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21" name="Image 3" descr="/home/claude/build/icons/s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32257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0576" y="283464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저장 방식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80576" y="3218688"/>
            <a:ext cx="2002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데이터는 recipes.json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레시피는 localStorage에 저장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640080" y="46177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2B2622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78231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62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65</a:t>
            </a:r>
            <a:endParaRPr lang="en-US" sz="3600" dirty="0"/>
          </a:p>
        </p:txBody>
      </p:sp>
      <p:sp>
        <p:nvSpPr>
          <p:cNvPr id="26" name="Text 20"/>
          <p:cNvSpPr/>
          <p:nvPr/>
        </p:nvSpPr>
        <p:spPr>
          <a:xfrm>
            <a:off x="2194560" y="46177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등록된 레시피 (전체 조리법 포함)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4389120" y="46177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2B2622"/>
          </a:solidFill>
          <a:ln/>
        </p:spPr>
      </p:sp>
      <p:sp>
        <p:nvSpPr>
          <p:cNvPr id="28" name="Text 22"/>
          <p:cNvSpPr/>
          <p:nvPr/>
        </p:nvSpPr>
        <p:spPr>
          <a:xfrm>
            <a:off x="4663440" y="478231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62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3600" dirty="0"/>
          </a:p>
        </p:txBody>
      </p:sp>
      <p:sp>
        <p:nvSpPr>
          <p:cNvPr id="29" name="Text 23"/>
          <p:cNvSpPr/>
          <p:nvPr/>
        </p:nvSpPr>
        <p:spPr>
          <a:xfrm>
            <a:off x="5943600" y="46177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요리 카테고리 + 나만의 레시피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138160" y="46177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2B2622"/>
          </a:solidFill>
          <a:ln/>
        </p:spPr>
      </p:sp>
      <p:sp>
        <p:nvSpPr>
          <p:cNvPr id="31" name="Text 25"/>
          <p:cNvSpPr/>
          <p:nvPr/>
        </p:nvSpPr>
        <p:spPr>
          <a:xfrm>
            <a:off x="8412480" y="478231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62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3~6</a:t>
            </a:r>
            <a:endParaRPr lang="en-US" sz="3600" dirty="0"/>
          </a:p>
        </p:txBody>
      </p:sp>
      <p:sp>
        <p:nvSpPr>
          <p:cNvPr id="32" name="Text 26"/>
          <p:cNvSpPr/>
          <p:nvPr/>
        </p:nvSpPr>
        <p:spPr>
          <a:xfrm>
            <a:off x="9692640" y="46177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재료 개수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931920"/>
            <a:ext cx="4114800" cy="4114800"/>
          </a:xfrm>
          <a:prstGeom prst="ellipse">
            <a:avLst/>
          </a:prstGeom>
          <a:solidFill>
            <a:srgbClr val="D9622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정리하며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업데이트로 '찾아보기'에서 '나만의 요리책'으로 한 걸음 더 나아갔습니다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4A423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2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이번 업데이트 요약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D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레시피에 단계별 조리법 추가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D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카드를 눌러 재료 · 조리법 상세보기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D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레시피 추가 · 수정 · 삭제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D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저장으로 재실행 후에도 유지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D9622B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앞으로의 계획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레시피에 조리 과정 사진 추가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즐겨찾기 및 최근 검색 기록 저장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 소진 임박 알림 기능 검토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버전 및 앱스토어 배포 검토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8E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감사합니다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2026-08-16T05:27:03Z</dcterms:created>
  <dcterms:modified xsi:type="dcterms:W3CDTF">2026-08-16T05:27:03Z</dcterms:modified>
</cp:coreProperties>
</file>